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065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38404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  KUBERNETES  |  KT DAY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· PV · PVC · StorageClass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&amp; Grafana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27248"/>
            <a:ext cx="3657600" cy="0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Transfer — Series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13 May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28016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192024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20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56032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320040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384048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3520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Session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Volumes &amp; Storage Architecture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PV, PVC &amp; Storage Classes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Prometheus &amp; Grafana Monitoring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YAML demos every session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at end of each module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3840480" cy="3520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481328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Linux command line knowledge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fundamentals (containers, images)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Pods &amp; Deployments basics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CLI installed &amp; configured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demo cluster (shared creds)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Day 1 KT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YAML?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502920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Volume?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926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Volumes?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40480"/>
            <a:ext cx="50292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8862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Architecture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960120"/>
            <a:ext cx="502920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10058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Types Deep Dive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920240"/>
            <a:ext cx="502920" cy="77724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· hostPath · ConfigMap · Secrets · NFS · CSI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80360"/>
            <a:ext cx="502920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880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2926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Demo Setup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84048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840480"/>
            <a:ext cx="502920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840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38862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/ Wrap-Up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YAML?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Ain't Markup Language — Human-readable data serialization format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00" cy="35661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Indentation-based structure (2 spaces, no tabs)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 at the core of every manifest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lists (- item) and nested maps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ALL Kubernetes resource definitions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main document sections:</a:t>
            </a: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apiVersion — K8s API group &amp; version</a:t>
            </a:r>
            <a:endParaRPr lang="en-US" sz="1250" dirty="0"/>
          </a:p>
          <a:p>
            <a:pPr marL="685800" lvl="1" indent="-342900" algn="l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  — Name, namespace, labels</a:t>
            </a:r>
            <a:endParaRPr lang="en-US" sz="1250" dirty="0"/>
          </a:p>
          <a:p>
            <a:pPr marL="685800" lvl="1" indent="-342900" algn="l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      — Desired state of the resource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start with  #  — ignored by parser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66360" y="1170432"/>
            <a:ext cx="356616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57800" y="12435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YAML — Pod Manifest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160020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my-app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default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app: my-app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env: dev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app-container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nginx:latest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containerPort: 80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my-vol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my-vol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emptyDir: {}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Volume?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provides volumes to solve the ephemeral container filesystem 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841248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52144"/>
            <a:ext cx="109728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16152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of a Volume as an external USB drive plugged into a container — data survives container restarts and can be shared between containers in the same Pod.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269748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76272"/>
            <a:ext cx="2697480" cy="347472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Filesystem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2596896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a container's filesystem is temporary. Any data written inside a container is lost when the container crashes or restarts — just like clearing your browser cache.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176272"/>
            <a:ext cx="269748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176272"/>
            <a:ext cx="2697480" cy="347472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in Kubernetes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55848" y="2596896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Volume is a directory accessible to containers in a Pod. It exists beyond the lifetime of individual containers. It is declared in the Pod spec and mounted into one or more containers.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2176272"/>
            <a:ext cx="269748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176272"/>
            <a:ext cx="2697480" cy="347472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 Docker Volume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36208" y="2596896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volumes are loosely managed. K8s volumes are declared explicitly in the Pod spec, support many backend types (disk, NFS, cloud), and integrate with the full K8s lifecycle.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Volumes?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 Persistence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ephemeral — when a container dies, so does its data. Volumes keep data alive across restarts, upgrades, and rescheduling events.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Data Sharing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containers inside the same Pod can read &amp; write a shared Volume (e.g., a log writer + log shipper sidecar pattern).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Configuration Injection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and Secrets are mounted as volumes, decoupling config from container images. Change config without rebuilding the image.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081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Stateful Workloads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(MySQL, PostgreSQL, Redis), message queues (Kafka), and file servers all need durable storage — volumes enable these in K8s.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297180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3081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Cloud-Native 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abstract the underlying storage — AWS EBS, Azure Disk, GCS, NFS — behind a consistent Kubernetes API.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297180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3081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&amp; Compliance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(TLS certs, API keys) stored in Secrets volumes is base64-encoded, access-controlled via RBAC, and never baked into images.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822960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2194560" cy="658368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2412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88920" y="1024128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with volumeMounts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64592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786384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55648"/>
            <a:ext cx="2194560" cy="65836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79222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 (PVC)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71800" y="1792224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 for storage (namespace-scoped)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41401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523744"/>
            <a:ext cx="74980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523744"/>
            <a:ext cx="2194560" cy="658368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56032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 (PV)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54680" y="2560320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Cluster-wide storage resource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318211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3291840"/>
            <a:ext cx="713232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291840"/>
            <a:ext cx="2194560" cy="658368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32841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37560" y="332841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provisioner + reclaim policy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395020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97280" y="4059936"/>
            <a:ext cx="67665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7280" y="4059936"/>
            <a:ext cx="2194560" cy="658368"/>
          </a:xfrm>
          <a:prstGeom prst="rect">
            <a:avLst/>
          </a:prstGeom>
          <a:solidFill>
            <a:srgbClr val="8ECAE6">
              <a:alpha val="80000"/>
            </a:srgbClr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409651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Storage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520440" y="409651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· AWS EBS · GCE PD · Azure Disk · Ceph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736592"/>
            <a:ext cx="836676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74573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Key: PVC binds to PV → StorageClass provisions PV dynamically → CSI driver talks to backend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Types in Kubernetes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supports 25+ volume types — we cover the most common in this session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2697480" cy="411480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52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emptyDir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194560" y="1170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618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scratch space, lives with the Pod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1556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15568"/>
            <a:ext cx="2697480" cy="411480"/>
          </a:xfrm>
          <a:prstGeom prst="rect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152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hostPath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74920" y="1170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Node-local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55848" y="1618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a file/dir from the host node filesystem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1556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15568"/>
            <a:ext cx="2697480" cy="411480"/>
          </a:xfrm>
          <a:prstGeom prst="rect">
            <a:avLst/>
          </a:prstGeom>
          <a:solidFill>
            <a:srgbClr val="06D6A0">
              <a:alpha val="9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152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955280" y="1170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Object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36208" y="1618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config data into container as files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9864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98648"/>
            <a:ext cx="2697480" cy="411480"/>
          </a:xfrm>
          <a:prstGeom prst="rect">
            <a:avLst/>
          </a:prstGeom>
          <a:solidFill>
            <a:srgbClr val="FF6B35">
              <a:alpha val="9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35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194560" y="2953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Object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sensitive data (passwords, tokens) safely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289864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898648"/>
            <a:ext cx="2697480" cy="411480"/>
          </a:xfrm>
          <a:prstGeom prst="rect">
            <a:avLst/>
          </a:prstGeom>
          <a:solidFill>
            <a:srgbClr val="90E0EF">
              <a:alpha val="9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935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74920" y="2953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55848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an NFS share across multiple pods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289864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898648"/>
            <a:ext cx="2697480" cy="411480"/>
          </a:xfrm>
          <a:prstGeom prst="rect">
            <a:avLst/>
          </a:prstGeom>
          <a:solidFill>
            <a:srgbClr val="8ECAE6">
              <a:alpha val="90000"/>
            </a:srgbClr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935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csi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955280" y="2953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36208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Storage Interface — extensible drivers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fresh (empty) when Pod is assigned to a node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permanently when the Pod is removed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containers in a Pod share the same emptyDir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medium: node's disk (or RAM using memory)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space for temp computation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working dir between sidecar containers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that can be rebuilt on Pod restart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 for permanent data — lost on Pod deletion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emptydir-demo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writer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busybox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["sh","-c",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"echo Hi&gt;/cache/data.txt;sleep 3600"]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/cache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scratch-vol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reader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busybox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["sh","-c",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"cat /cache/data.txt; sleep 3600"]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/cache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scratch-vol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scratch-vol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emptyDir: {}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RAM-backed emptyDir: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emptyDir: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  medium: Memory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  sizeLimit: 256Mi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a file or directory from the host node's filesystem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as long as the node exists (not tied to Pod)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Pod deletion — data remains on the node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accessible on the SAME node where Pod runs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Docker socket (/var/run/docker.sock)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monitoring (access /proc, /sys)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debugging on a single node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Security risk — exposes host filesystem to Pod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 suitable for multi-node production use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hostpath-demo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/host-data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host-vol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/var/run/docker.sock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docker-sock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host-vol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hostPath: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/data/myapp   # host path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type: DirectoryOrCreate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docker-sock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hostPath: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/var/run/docker.sock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type: Socket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hostPath types: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DirectoryOrCreate  File  Socket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BlockDevice  CharDevice  FileOrCreate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non-sensitive config data as key-value pairs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config from container image — 12-factor app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mounted as files OR injected as env variables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key becomes a file; value becomes file content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ConfigMap can be auto-refreshed in pods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config files (nginx.conf, app.properties)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flags, environment settings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entrypoint scripts into containers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size: 1 MiB per ConfigMap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Create ConfigMap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ConfigMap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app-config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app.properties: |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server.port=8080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log.level=INFO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nginx.conf: |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 { listen 80; 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Mount in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configmap-demo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myapp:latest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/etc/config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config-vol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config-vol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configMap: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app-config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ConfigMap but designed for SENSITIVE data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Base64-encoded (not encrypted by default)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etcd — enable encryption-at-rest in production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as files (tmpfs — memory backed, not on disk)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controlled via Kubernetes RBAC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Secrets: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— generic key-value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kubernetes.io/tls — TLS certificate &amp; key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kubernetes.io/dockerconfigjson — registry creds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Base64 is NOT encryption — secure etcd separately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Create Secret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Secret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db-secret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Opaque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echo -n 'mypassword' | base64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db-password: bXlwYXNzd29yZA==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db-user: YWRtaW4=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Mount as Volume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secrets-demo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myapp:latest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/etc/secrets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secret-vol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readOnly: true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secret-vol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secretName: db-secret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defaultMode: 0400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File System — mount a remote NFS share into Pod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on the NFS server, not the node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Pod and even node failures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ReadWriteMany (RWX) — multiple pods can write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server can be inside or outside the cluster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media/uploads across multiple replicas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already using NFS infrastructure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multi-pod read/write shared storage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NFS server is a single point of failure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Performance limited by network bandwidth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Direct NFS Volume in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nfs-demo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/mnt/shared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nfs-vol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nfs-vol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nfs: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server: 192.168.1.100   # NFS server IP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/exports/shared   # exported path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readOnly: false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Better approach: NFS via PersistentVolume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nfs-pv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capacity: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storage: 10Gi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 [ReadWriteMany]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nfs: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server: 192.168.1.100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/exports/shared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— Container Storage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plugin interface for storage vendors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deprecated in-tree plugins (FlexVolume, etc.)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Vendor-specific drivers deployed independently of K8s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snapshots, cloning, expansion &amp; topology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CSI Drivers: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EBS CSI, Azure Disk CSI, GCE PD CSI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Rook-Ceph, Longhorn, OpenEBS, Portworx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CSI Driver (kubernetes-csi/csi-driver-nfs)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StorageClass for dynamic provisioning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Recommended for all production environments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 (AWS EBS CSI)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StorageClass using CSI Driver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storage.k8s.io/v1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StorageClass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ebs-sc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provisioner: ebs.csi.aws.com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volumeBindingMode: WaitForFirstConsumer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gp3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encrypted: "true"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PVC using the StorageClass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PersistentVolumeClaim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ebs-claim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 [ReadWriteOnce]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storageClassName: ebs-sc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storage: 20Gi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Pod using the PVC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ebs-vol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persistentVolumeClaim: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claimName: ebs-claim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Demo Environment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Kubernetes cluster used for all demos in this KT series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/ Kind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laptop)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115568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Version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v1.29.x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15568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containerd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1115568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Plugin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+ hostPath (local demo)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4160520" cy="23774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542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Commands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889504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minikube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minikube start --driver=docker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cluster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cluster-info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Enable storage addon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minikube addons enable storage-provisioner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storage class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storageclass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3977640" cy="2377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5420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Topology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889504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→ minikube (single node K8s)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Ubuntu 22.04 (inside Docker VM)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 — built-in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  — /tmp/k8s-demo on node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      — separate container (nfs-server)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aliases: k = kubectl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Section — Hands-On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75488" cy="178308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75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03327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— Shared Cache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399032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emptydir-pod.yaml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-it emptydir-demo -c writer -- sh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'test' &gt; /cache/data.txt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-it emptydir-demo -c reader -- cat /cache/data.txt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75488" cy="1783080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60120"/>
            <a:ext cx="475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76088" y="103327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 — Node 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76088" y="1399032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/tmp/k8s-demo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hostpath-pod.yaml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hostpath-demo -- ls /host-data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on node, see in container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475488" cy="1783080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0360"/>
            <a:ext cx="475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295351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— Config as File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3319272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configmap app-config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--from-file=app.properties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configmap-pod.yaml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configmap-demo --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 /etc/config/app.properties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148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475488" cy="1783080"/>
          </a:xfrm>
          <a:prstGeom prst="rect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80360"/>
            <a:ext cx="475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76088" y="295351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— Sensitive Data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76088" y="3319272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secret generic db-secret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--from-literal=db-password=mypass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secret-pod.yaml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secrets-demo --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 /etc/secrets/db-password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76402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Full YAML files available in the shared repo:  git.internal/k8s-kt-series/day1-volumes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2477</Words>
  <Application>Microsoft Office PowerPoint</Application>
  <PresentationFormat>On-screen Show (16:9)</PresentationFormat>
  <Paragraphs>466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Storage - KT Day 1</dc:title>
  <dc:subject>PptxGenJS Presentation</dc:subject>
  <dc:creator>PptxGenJS</dc:creator>
  <cp:lastModifiedBy>Abilash  B</cp:lastModifiedBy>
  <cp:revision>1</cp:revision>
  <dcterms:created xsi:type="dcterms:W3CDTF">2026-05-13T18:55:34Z</dcterms:created>
  <dcterms:modified xsi:type="dcterms:W3CDTF">2026-05-13T18:57:12Z</dcterms:modified>
</cp:coreProperties>
</file>